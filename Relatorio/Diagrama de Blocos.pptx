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8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55151-7B03-D126-714C-F9CA0E8E7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C34748-11E9-FF71-5B33-D70973302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94E50C9-9B07-59B9-105B-BB34D960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F2D2CFB-0201-0994-F7BE-B9311D6C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C89A20D-75E2-DF90-1EB6-0BA9DF6D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037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895D7-29F9-AE1D-384F-E71FCE07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4917E9-06BF-D6AA-A2BA-6E825036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A0A02F-02B4-74A1-85DC-11BD8197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7410D15-16A0-F1F6-A404-D2A3B973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4606C76-AD8B-1D05-339C-D1273E04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62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5D965-35DC-9410-50CF-6A930A07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136D2B-0A8A-13B6-9058-07DB574F3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6A50FF-1D45-7A54-96CF-4047E878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78886F-7134-C231-4694-8077832C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235DFB-41D5-0340-9C76-557A3CB0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263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4DE5E-A8D5-C783-52D3-799230AA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B67ED67-B206-36F1-6F45-C1E85F612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55659C9-7ECE-D03B-7E2F-BF6E07195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D265BC9-94CF-4CAA-45B0-59B93DFB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5E6A2AE-9632-0C26-96B0-B706BA7D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B4D299B-93C4-D50B-C10F-F1B9C347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87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599BF-5BB2-A451-49BB-2AD0E8F5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30CD5E7-6F53-F269-2D44-1C5DA4371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B3869C5-7A60-386E-E9FB-7C3761868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95513A6-EAF3-D429-D24B-9F530C28A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FBD3E62-9279-308B-D6C2-4625BE625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0BD782E-4B7E-4EAE-B055-65A1F6FA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5FC9349-9979-95C4-01FA-E9A7B1C8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DAAF059-403B-BB80-AAFF-45E1AA23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50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C4631-03FE-DDAA-D0CB-E64C631F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5CF4446-14F2-B5BE-EC81-399866B7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99220A-69CE-C819-759F-B3D3CF2D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85F6E13-CD98-2032-10DF-F29DA6E7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274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2E8CBAA-C3B3-631E-7490-C7EA3A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E2B6CED-BACD-949E-93CF-18E9674B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CE22E37-2C28-EFB4-619F-BA081C51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722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C8C71-E003-8434-7B80-68B811FB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069AA7-863C-E3C6-A352-C8934D0DE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4E05FB8-CDE7-9519-F93F-3BB6D834F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D602F10-47F2-31B4-DFC7-1DD1356C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C70F04A-50B1-E876-88C3-287265A3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777D1F4-37A4-0356-4813-C4F28249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37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B8B57-AA9A-E2B5-D397-2A4E9ADE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C50E371-E390-7336-0A3F-CC45628E8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ADEAD43-7EF5-D345-D623-0EFC10A0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959D91D-5940-D28F-EBF8-75E0DE48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0B5894B-6054-2385-929C-6AF423CB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E52AE0D-193A-F75E-F6A2-31ED3AF2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551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71931-2537-519A-33C8-2DA91AB4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B905A58-D97A-DB70-C468-FD8307943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6B2AC95-EDD5-F5FA-B1DC-45B01627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29F6C-8124-B0F3-FE8B-A9BB7332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A525416-9A58-5573-CAAF-D9D3A467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388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59C6D9-6C1A-C3D3-9204-50A0DC08D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1FC0421-1E41-42C8-2408-2C897CE15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B87ADE1-CCC3-5F11-4A6E-CF3FDD99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F9DF745-4449-7588-E033-45A73659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EB7CFF5-3BAE-1F60-9900-D024540B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794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859DF0F-CF55-A84B-91A1-43753896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B777069-058C-ED60-2BCC-2DE1DE633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70D0D9-6867-6B22-2E70-94A5FDB8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E8215-40B0-4B5F-9D6B-4B2F8AE95285}" type="datetimeFigureOut">
              <a:rPr lang="pt-PT" smtClean="0"/>
              <a:t>15/06/2026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8CC2417-54AC-5E15-F588-E57C6C862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410393-0648-DCE7-176F-FB4BC5E35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CE249-6084-434D-BEAB-FABAFCACF2E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587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74096A-05A8-19B3-E42D-305C471B4CE9}"/>
              </a:ext>
            </a:extLst>
          </p:cNvPr>
          <p:cNvSpPr/>
          <p:nvPr/>
        </p:nvSpPr>
        <p:spPr>
          <a:xfrm>
            <a:off x="4496778" y="1470114"/>
            <a:ext cx="2691441" cy="130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Unidade de Processamento (ESP32)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850BFA-FF03-47CE-59D3-C6F62F3F4F55}"/>
              </a:ext>
            </a:extLst>
          </p:cNvPr>
          <p:cNvSpPr/>
          <p:nvPr/>
        </p:nvSpPr>
        <p:spPr>
          <a:xfrm>
            <a:off x="560257" y="1470114"/>
            <a:ext cx="2691441" cy="130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Aquisição e Condicionamento (PT1000)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270A6E-6FB4-D23A-84DE-805C3911BCA6}"/>
              </a:ext>
            </a:extLst>
          </p:cNvPr>
          <p:cNvSpPr/>
          <p:nvPr/>
        </p:nvSpPr>
        <p:spPr>
          <a:xfrm>
            <a:off x="8433299" y="1470114"/>
            <a:ext cx="2691441" cy="130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Circuito de controlo da célula de </a:t>
            </a:r>
            <a:r>
              <a:rPr lang="pt-PT" b="1" dirty="0" err="1"/>
              <a:t>Peltier</a:t>
            </a:r>
            <a:endParaRPr lang="pt-PT" b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2B63DA-4A37-DA97-29EC-A21E5092DF43}"/>
              </a:ext>
            </a:extLst>
          </p:cNvPr>
          <p:cNvSpPr/>
          <p:nvPr/>
        </p:nvSpPr>
        <p:spPr>
          <a:xfrm>
            <a:off x="8433299" y="3963149"/>
            <a:ext cx="2691441" cy="130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Célula de </a:t>
            </a:r>
            <a:r>
              <a:rPr lang="pt-PT" b="1" dirty="0" err="1"/>
              <a:t>Peltier</a:t>
            </a:r>
            <a:endParaRPr lang="pt-PT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7E5A16B-FFF7-6368-A38D-F82B2D9044B3}"/>
              </a:ext>
            </a:extLst>
          </p:cNvPr>
          <p:cNvSpPr/>
          <p:nvPr/>
        </p:nvSpPr>
        <p:spPr>
          <a:xfrm>
            <a:off x="4496355" y="3963149"/>
            <a:ext cx="2691441" cy="130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/>
              <a:t>Página WEB para controlo do sistema </a:t>
            </a:r>
          </a:p>
        </p:txBody>
      </p: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F7C30BAA-47D0-DEC4-E602-E220F5D6F00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9779020" y="2772702"/>
            <a:ext cx="0" cy="1190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E9714584-FA16-A69B-AD1C-1D33355ED601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3251698" y="2121408"/>
            <a:ext cx="1245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7DEFB32-177D-0750-4DA9-FC02BE18312B}"/>
              </a:ext>
            </a:extLst>
          </p:cNvPr>
          <p:cNvSpPr txBox="1"/>
          <p:nvPr/>
        </p:nvSpPr>
        <p:spPr>
          <a:xfrm>
            <a:off x="3365279" y="1859798"/>
            <a:ext cx="1017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/>
              <a:t>(0V a 3,3V)</a:t>
            </a:r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E580CC2B-A971-D3F5-888F-3E9E9F6A789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188219" y="2121408"/>
            <a:ext cx="1245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0DF3432-0DD6-F55F-EEDB-DE074114F915}"/>
              </a:ext>
            </a:extLst>
          </p:cNvPr>
          <p:cNvSpPr txBox="1"/>
          <p:nvPr/>
        </p:nvSpPr>
        <p:spPr>
          <a:xfrm>
            <a:off x="7187796" y="1582799"/>
            <a:ext cx="13641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Aquecer /Arrefecer</a:t>
            </a:r>
          </a:p>
          <a:p>
            <a:r>
              <a:rPr lang="pt-PT" sz="1000" dirty="0"/>
              <a:t>e</a:t>
            </a:r>
          </a:p>
          <a:p>
            <a:r>
              <a:rPr lang="pt-PT" sz="1000" dirty="0"/>
              <a:t>Controlo PWM </a:t>
            </a:r>
          </a:p>
        </p:txBody>
      </p:sp>
      <p:cxnSp>
        <p:nvCxnSpPr>
          <p:cNvPr id="39" name="Conexão reta unidirecional 38">
            <a:extLst>
              <a:ext uri="{FF2B5EF4-FFF2-40B4-BE49-F238E27FC236}">
                <a16:creationId xmlns:a16="http://schemas.microsoft.com/office/drawing/2014/main" id="{6F5275BD-DE19-D656-5A5C-E61DAB3765A5}"/>
              </a:ext>
            </a:extLst>
          </p:cNvPr>
          <p:cNvCxnSpPr>
            <a:stCxn id="5" idx="2"/>
          </p:cNvCxnSpPr>
          <p:nvPr/>
        </p:nvCxnSpPr>
        <p:spPr>
          <a:xfrm flipH="1">
            <a:off x="5842075" y="2772702"/>
            <a:ext cx="424" cy="4409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C37DBFD8-D58E-F01A-E30E-7AF8F252D477}"/>
              </a:ext>
            </a:extLst>
          </p:cNvPr>
          <p:cNvCxnSpPr>
            <a:cxnSpLocks/>
          </p:cNvCxnSpPr>
          <p:nvPr/>
        </p:nvCxnSpPr>
        <p:spPr>
          <a:xfrm>
            <a:off x="5842075" y="3658108"/>
            <a:ext cx="0" cy="3050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Imagem 41" descr="Uma imagem com esboço, símbolo, branco, clipart&#10;&#10;Os conteúdos gerados por IA podem estar incorretos.">
            <a:extLst>
              <a:ext uri="{FF2B5EF4-FFF2-40B4-BE49-F238E27FC236}">
                <a16:creationId xmlns:a16="http://schemas.microsoft.com/office/drawing/2014/main" id="{C56B02B7-FA4A-938B-98E6-7E188E89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91" y="3231580"/>
            <a:ext cx="326168" cy="42652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43F042C-6FCA-A7D6-6E87-D22F1A89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324" y="2894851"/>
            <a:ext cx="1990301" cy="10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84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39</Words>
  <Application>Microsoft Office PowerPoint</Application>
  <PresentationFormat>Ecrã Panorâmico</PresentationFormat>
  <Paragraphs>9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Cardoso (1210717)</dc:creator>
  <cp:lastModifiedBy>Pedro Cardoso (1210717)</cp:lastModifiedBy>
  <cp:revision>3</cp:revision>
  <dcterms:created xsi:type="dcterms:W3CDTF">2026-01-18T22:56:13Z</dcterms:created>
  <dcterms:modified xsi:type="dcterms:W3CDTF">2026-06-15T19:16:35Z</dcterms:modified>
</cp:coreProperties>
</file>